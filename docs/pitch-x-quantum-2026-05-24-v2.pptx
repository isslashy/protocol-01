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mirr\Protocol-01\docs\pitch-slides\pitch.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mirr\Protocol-01\docs\pitch-slides\pitch.0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mirr\Protocol-01\docs\pitch-slides\pitch.0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mirr\Protocol-01\docs\pitch-slides\pitch.00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mirr\Protocol-01\docs\pitch-slides\pitch.00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mirr\Protocol-01\docs\pitch-slides\pitch.0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mirr\Protocol-01\docs\pitch-slides\pitch.0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mirr\Protocol-01\docs\pitch-slides\pitch.00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mirr\Protocol-01\docs\pitch-slides\pitch.00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mirr\Protocol-01\docs\pitch-slides\pitch.0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Protocol 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 01 — Crypto-Agile Private Subscriptions on Solana</dc:title>
  <dc:subject>X Quantum Hackathon — Dublin 2026-05-24</dc:subject>
  <dc:creator>Slashy, Alex &amp; Sam</dc:creator>
  <cp:lastModifiedBy>Slashy, Alex &amp; Sam</cp:lastModifiedBy>
  <cp:revision>1</cp:revision>
  <dcterms:created xsi:type="dcterms:W3CDTF">2026-05-24T09:56:12Z</dcterms:created>
  <dcterms:modified xsi:type="dcterms:W3CDTF">2026-05-24T09:56:12Z</dcterms:modified>
</cp:coreProperties>
</file>